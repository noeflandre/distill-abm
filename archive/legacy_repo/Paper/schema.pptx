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726"/>
  </p:normalViewPr>
  <p:slideViewPr>
    <p:cSldViewPr snapToGrid="0">
      <p:cViewPr>
        <p:scale>
          <a:sx n="134" d="100"/>
          <a:sy n="134" d="100"/>
        </p:scale>
        <p:origin x="-88" y="-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84D1-6452-69E5-2A51-E19265394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748B3-3A54-E642-B409-F91BBECAA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C66BF-DA10-25BE-EEAA-5D84A631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B6D60-CC59-4057-311A-C21D32A6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C04D4-F212-B414-E328-3521C761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1779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9176-B0D2-861B-DA0A-D1D7C513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CFFCB-D49A-D875-1CFB-0EDF1BF30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28CF4-BD2B-011A-65D2-75082524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DB953-BBD5-B441-E598-0AE792CE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4392A-9E84-96A8-295C-D4C092F5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5643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EE46-9114-9502-57E2-2F9EFACE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E596C-FAFE-183F-6AD6-224A9FE1F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444C4-2AC7-2367-A6C0-357EFFFF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6005A-37AD-A412-4FD5-2EC75DA3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1E81B-97EE-AD0E-76AD-3B048935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8500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DFFD-B761-5335-1050-00AAF814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72034-F090-8BD3-1B61-0694E5FC1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082FD-19DF-6F8B-6BC7-CD65DB28C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E1805-B4F4-BD7F-B5A0-BBCAA515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73A6D-FF8C-E133-62F1-0CCEE72B2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9B871-1CA1-BAE5-4001-CA867BDF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0934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766A-9554-3F1C-7FEB-C7904052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32E07-D881-CD17-0201-AA525060F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E093D-1FC6-EE5E-5FC3-91010BDF3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0D33FB-C0DB-3C07-10A2-F027A6DDC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A4466-7E30-0B24-539E-5464E69F80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778AA2-7C68-97B4-BD22-50B55AD3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0B251-219E-11CC-23D6-59C9475F5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E2D61-7E35-5038-5A25-7649835B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3808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D1F0-BACB-9187-173A-C081B8E8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7A03C-498A-2636-BB2C-8B19407B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6263F7-2AFE-C08F-F6DC-42EA7778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2B032-A9A8-34BE-F0A0-884DEAFF7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3830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E67CE-245A-BE17-ACF6-8664C9A4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E4CC07-E3AF-98F1-5939-B661F527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DFF0F-AB26-BF2A-E8B8-BB722737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3762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4ECA-4161-A714-0D1E-15743BA5C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5D3F-9842-A2FA-B002-7FF90EE45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1C47E-9456-DE60-4F95-82C1EBD6E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18C75-A8F2-8FAE-05A8-3FE4E19CE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A3BCA-7CFA-595D-7FC1-D3A97B4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A466F-135D-E2F7-D651-BA9E94323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3798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D052-5231-0D30-F23A-514D281A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0FBDD2-44E0-D8CF-B560-42D176B2A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F6C40-78A8-C135-0394-265078876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68467-7760-4D5B-85AE-89A6753B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25709-078E-1A8D-A9FF-149301F8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A6C7C-35D2-8776-CF5A-08D0CA80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9643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91FD-815E-E308-7FC3-5291C26D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1D369-332B-CEB3-753E-342AD5F65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D054B-AF2C-9F77-8A38-4A53CD7B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6ACD9-792D-4071-EEE8-DB4CBC93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5A68A-4716-FD5B-15EA-65C4E13E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2645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2E432E-47D6-F9F5-0AF8-E92F061AA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32EF1-97EC-3A3D-9C22-FA6F30F2E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21097-263C-08D5-888A-9337625C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995E7-5965-C0A0-3C0C-FE2C1DC2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23E7F-6C94-B01C-7F47-290EEAC8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5048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077808-22B7-63EE-C38D-5B91F7B1F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6C8A0-D00B-7EF2-E698-615B12A08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2D9ED-916E-CDAB-AFA5-B5A8E49FD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CECE3-9BC7-AE42-BABA-D76B7A71D30F}" type="datetimeFigureOut">
              <a:rPr lang="en-FR" smtClean="0"/>
              <a:t>02/08/2024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E7D6E-4AAA-7915-EABA-850F9793D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FBA48-6759-2BFB-AA04-7F58584A5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F6046-11F1-9B45-95B2-F14B8F61E9D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2557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D50FA14-ABC8-93D2-146D-6A7A3CCCF9D3}"/>
              </a:ext>
            </a:extLst>
          </p:cNvPr>
          <p:cNvCxnSpPr>
            <a:cxnSpLocks/>
          </p:cNvCxnSpPr>
          <p:nvPr/>
        </p:nvCxnSpPr>
        <p:spPr>
          <a:xfrm flipH="1">
            <a:off x="4595713" y="2345644"/>
            <a:ext cx="2" cy="714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C347F3C-2ED1-42F0-C0D4-3CAC967CBF18}"/>
              </a:ext>
            </a:extLst>
          </p:cNvPr>
          <p:cNvSpPr txBox="1"/>
          <p:nvPr/>
        </p:nvSpPr>
        <p:spPr>
          <a:xfrm>
            <a:off x="422325" y="1362220"/>
            <a:ext cx="1040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Netlogo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FF4A9-1429-8CCB-A807-B6F43F02C661}"/>
              </a:ext>
            </a:extLst>
          </p:cNvPr>
          <p:cNvSpPr txBox="1"/>
          <p:nvPr/>
        </p:nvSpPr>
        <p:spPr>
          <a:xfrm>
            <a:off x="1014579" y="2055293"/>
            <a:ext cx="1040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Static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B6CF7F-5599-9CD6-FF51-EACD5CB5F9D2}"/>
              </a:ext>
            </a:extLst>
          </p:cNvPr>
          <p:cNvCxnSpPr>
            <a:cxnSpLocks/>
          </p:cNvCxnSpPr>
          <p:nvPr/>
        </p:nvCxnSpPr>
        <p:spPr>
          <a:xfrm>
            <a:off x="1234872" y="1799885"/>
            <a:ext cx="299968" cy="213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56B0B4A-4C46-34CA-FC66-6651A8C1E50A}"/>
              </a:ext>
            </a:extLst>
          </p:cNvPr>
          <p:cNvSpPr txBox="1"/>
          <p:nvPr/>
        </p:nvSpPr>
        <p:spPr>
          <a:xfrm>
            <a:off x="1082949" y="727266"/>
            <a:ext cx="1040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Dynamic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6CDDC1-1681-625E-B819-E1C78F723D77}"/>
              </a:ext>
            </a:extLst>
          </p:cNvPr>
          <p:cNvCxnSpPr>
            <a:cxnSpLocks/>
          </p:cNvCxnSpPr>
          <p:nvPr/>
        </p:nvCxnSpPr>
        <p:spPr>
          <a:xfrm flipV="1">
            <a:off x="1234872" y="1092581"/>
            <a:ext cx="375109" cy="277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A45D523-717B-442A-EB92-FAA578EB1DE6}"/>
              </a:ext>
            </a:extLst>
          </p:cNvPr>
          <p:cNvSpPr txBox="1"/>
          <p:nvPr/>
        </p:nvSpPr>
        <p:spPr>
          <a:xfrm>
            <a:off x="2429399" y="741330"/>
            <a:ext cx="111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Parameters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32A89D-17C6-8CD5-D140-B508DC62C3BF}"/>
              </a:ext>
            </a:extLst>
          </p:cNvPr>
          <p:cNvCxnSpPr>
            <a:cxnSpLocks/>
          </p:cNvCxnSpPr>
          <p:nvPr/>
        </p:nvCxnSpPr>
        <p:spPr>
          <a:xfrm>
            <a:off x="2064478" y="896382"/>
            <a:ext cx="423915" cy="4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eft Brace 23">
            <a:extLst>
              <a:ext uri="{FF2B5EF4-FFF2-40B4-BE49-F238E27FC236}">
                <a16:creationId xmlns:a16="http://schemas.microsoft.com/office/drawing/2014/main" id="{13CC6B12-CE9B-D4FF-8A5F-B8EB3F6FE010}"/>
              </a:ext>
            </a:extLst>
          </p:cNvPr>
          <p:cNvSpPr/>
          <p:nvPr/>
        </p:nvSpPr>
        <p:spPr>
          <a:xfrm>
            <a:off x="1946602" y="1426681"/>
            <a:ext cx="216995" cy="158931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58DD12-4FCF-0154-4B5E-086F4CF7316B}"/>
              </a:ext>
            </a:extLst>
          </p:cNvPr>
          <p:cNvSpPr txBox="1"/>
          <p:nvPr/>
        </p:nvSpPr>
        <p:spPr>
          <a:xfrm>
            <a:off x="2154246" y="1418135"/>
            <a:ext cx="1474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Documentation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A616C8-6DC8-B85B-A50C-E7EEACA316B9}"/>
              </a:ext>
            </a:extLst>
          </p:cNvPr>
          <p:cNvSpPr txBox="1"/>
          <p:nvPr/>
        </p:nvSpPr>
        <p:spPr>
          <a:xfrm>
            <a:off x="2193959" y="2064000"/>
            <a:ext cx="539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GUI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4E0447-20B6-7EEA-2EA4-EAA75FE49D15}"/>
              </a:ext>
            </a:extLst>
          </p:cNvPr>
          <p:cNvSpPr txBox="1"/>
          <p:nvPr/>
        </p:nvSpPr>
        <p:spPr>
          <a:xfrm>
            <a:off x="2218832" y="2813446"/>
            <a:ext cx="613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Code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F5E285-C889-D895-E0CE-6632C84F9B48}"/>
              </a:ext>
            </a:extLst>
          </p:cNvPr>
          <p:cNvSpPr txBox="1"/>
          <p:nvPr/>
        </p:nvSpPr>
        <p:spPr>
          <a:xfrm>
            <a:off x="2948600" y="2491335"/>
            <a:ext cx="1160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Comments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5564FB-84F3-44E6-977F-AFA97814FBFD}"/>
              </a:ext>
            </a:extLst>
          </p:cNvPr>
          <p:cNvSpPr txBox="1"/>
          <p:nvPr/>
        </p:nvSpPr>
        <p:spPr>
          <a:xfrm>
            <a:off x="2882368" y="2838935"/>
            <a:ext cx="1160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Functions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E8B6EB0-8774-0C64-A9B6-9F64A1608387}"/>
              </a:ext>
            </a:extLst>
          </p:cNvPr>
          <p:cNvCxnSpPr>
            <a:cxnSpLocks/>
          </p:cNvCxnSpPr>
          <p:nvPr/>
        </p:nvCxnSpPr>
        <p:spPr>
          <a:xfrm flipV="1">
            <a:off x="2733081" y="2643939"/>
            <a:ext cx="378815" cy="266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2D45B5-92E5-C5A5-3C34-2AC4BF88E311}"/>
              </a:ext>
            </a:extLst>
          </p:cNvPr>
          <p:cNvCxnSpPr>
            <a:cxnSpLocks/>
          </p:cNvCxnSpPr>
          <p:nvPr/>
        </p:nvCxnSpPr>
        <p:spPr>
          <a:xfrm>
            <a:off x="2752038" y="2997631"/>
            <a:ext cx="2926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E81B95B-D895-EAC6-BCE8-59CFBBC02826}"/>
              </a:ext>
            </a:extLst>
          </p:cNvPr>
          <p:cNvCxnSpPr>
            <a:cxnSpLocks/>
          </p:cNvCxnSpPr>
          <p:nvPr/>
        </p:nvCxnSpPr>
        <p:spPr>
          <a:xfrm flipV="1">
            <a:off x="3951413" y="2304359"/>
            <a:ext cx="348027" cy="340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2040B3-24DB-DE20-E0B2-7E4F4591D563}"/>
              </a:ext>
            </a:extLst>
          </p:cNvPr>
          <p:cNvCxnSpPr>
            <a:cxnSpLocks/>
          </p:cNvCxnSpPr>
          <p:nvPr/>
        </p:nvCxnSpPr>
        <p:spPr>
          <a:xfrm>
            <a:off x="2635466" y="2209181"/>
            <a:ext cx="157156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F1F357-2606-FA25-6C6A-A7986BEEAAFE}"/>
              </a:ext>
            </a:extLst>
          </p:cNvPr>
          <p:cNvCxnSpPr>
            <a:cxnSpLocks/>
          </p:cNvCxnSpPr>
          <p:nvPr/>
        </p:nvCxnSpPr>
        <p:spPr>
          <a:xfrm>
            <a:off x="3496702" y="1622559"/>
            <a:ext cx="779421" cy="3866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5BEA4EE-56FC-FD46-4C3E-316F27A45D21}"/>
              </a:ext>
            </a:extLst>
          </p:cNvPr>
          <p:cNvCxnSpPr>
            <a:cxnSpLocks/>
          </p:cNvCxnSpPr>
          <p:nvPr/>
        </p:nvCxnSpPr>
        <p:spPr>
          <a:xfrm flipV="1">
            <a:off x="3528916" y="890945"/>
            <a:ext cx="787158" cy="9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76ED904-978F-814B-AD3D-955D57E8F3B0}"/>
              </a:ext>
            </a:extLst>
          </p:cNvPr>
          <p:cNvSpPr txBox="1"/>
          <p:nvPr/>
        </p:nvSpPr>
        <p:spPr>
          <a:xfrm>
            <a:off x="3312102" y="633407"/>
            <a:ext cx="111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>
                <a:solidFill>
                  <a:schemeClr val="accent6"/>
                </a:solidFill>
              </a:rPr>
              <a:t>Run 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9871F3-C156-5FCF-2582-436EEC3B281C}"/>
              </a:ext>
            </a:extLst>
          </p:cNvPr>
          <p:cNvSpPr txBox="1"/>
          <p:nvPr/>
        </p:nvSpPr>
        <p:spPr>
          <a:xfrm>
            <a:off x="3328247" y="858340"/>
            <a:ext cx="111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>
                <a:solidFill>
                  <a:schemeClr val="accent6"/>
                </a:solidFill>
              </a:rPr>
              <a:t>pynetlogo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B0F43B-1FAC-FF5A-F58E-FB15EE3CED8C}"/>
              </a:ext>
            </a:extLst>
          </p:cNvPr>
          <p:cNvSpPr txBox="1"/>
          <p:nvPr/>
        </p:nvSpPr>
        <p:spPr>
          <a:xfrm>
            <a:off x="5237842" y="937336"/>
            <a:ext cx="1114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Series of Plots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CA81674-369E-96E6-0729-C4EE34EF6C28}"/>
              </a:ext>
            </a:extLst>
          </p:cNvPr>
          <p:cNvCxnSpPr>
            <a:cxnSpLocks/>
          </p:cNvCxnSpPr>
          <p:nvPr/>
        </p:nvCxnSpPr>
        <p:spPr>
          <a:xfrm flipV="1">
            <a:off x="4595714" y="1098444"/>
            <a:ext cx="1" cy="6431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3677B4B-47D2-4BED-9A75-71731B52AB5D}"/>
              </a:ext>
            </a:extLst>
          </p:cNvPr>
          <p:cNvCxnSpPr>
            <a:cxnSpLocks/>
          </p:cNvCxnSpPr>
          <p:nvPr/>
        </p:nvCxnSpPr>
        <p:spPr>
          <a:xfrm>
            <a:off x="4595713" y="1156818"/>
            <a:ext cx="80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933E7A00-E929-FA02-6799-30FF9DAC6FB6}"/>
              </a:ext>
            </a:extLst>
          </p:cNvPr>
          <p:cNvSpPr/>
          <p:nvPr/>
        </p:nvSpPr>
        <p:spPr>
          <a:xfrm>
            <a:off x="422324" y="567418"/>
            <a:ext cx="4640201" cy="2553805"/>
          </a:xfrm>
          <a:prstGeom prst="rect">
            <a:avLst/>
          </a:prstGeom>
          <a:noFill/>
          <a:ln w="19050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83FC46-6164-509B-40D4-40BE235C0372}"/>
              </a:ext>
            </a:extLst>
          </p:cNvPr>
          <p:cNvSpPr txBox="1"/>
          <p:nvPr/>
        </p:nvSpPr>
        <p:spPr>
          <a:xfrm>
            <a:off x="416321" y="256891"/>
            <a:ext cx="4640201" cy="307777"/>
          </a:xfrm>
          <a:prstGeom prst="rect">
            <a:avLst/>
          </a:prstGeom>
          <a:ln w="19050"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400" b="1" dirty="0"/>
              <a:t>DATA EXTRACTION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B3413CF-F6D8-BD48-90C3-BE6DB8B6AEDB}"/>
              </a:ext>
            </a:extLst>
          </p:cNvPr>
          <p:cNvSpPr/>
          <p:nvPr/>
        </p:nvSpPr>
        <p:spPr>
          <a:xfrm>
            <a:off x="1763077" y="147550"/>
            <a:ext cx="1525241" cy="422880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A62C2F-D844-FE41-A27E-ECDBF4BE53D7}"/>
              </a:ext>
            </a:extLst>
          </p:cNvPr>
          <p:cNvSpPr txBox="1"/>
          <p:nvPr/>
        </p:nvSpPr>
        <p:spPr>
          <a:xfrm>
            <a:off x="7112381" y="890945"/>
            <a:ext cx="1195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Series of Explanations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2B972B4-CA73-CCB6-B205-F5C5830A44D8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6209841" y="1152555"/>
            <a:ext cx="902540" cy="7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2141EB6-F02D-E34C-DF62-26089A8DF082}"/>
              </a:ext>
            </a:extLst>
          </p:cNvPr>
          <p:cNvCxnSpPr>
            <a:cxnSpLocks/>
          </p:cNvCxnSpPr>
          <p:nvPr/>
        </p:nvCxnSpPr>
        <p:spPr>
          <a:xfrm>
            <a:off x="8273526" y="1169289"/>
            <a:ext cx="592253" cy="2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17E6462-E2AE-B07B-8771-D6F2AFEE8D78}"/>
              </a:ext>
            </a:extLst>
          </p:cNvPr>
          <p:cNvSpPr txBox="1"/>
          <p:nvPr/>
        </p:nvSpPr>
        <p:spPr>
          <a:xfrm>
            <a:off x="8695249" y="994127"/>
            <a:ext cx="1195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Trend </a:t>
            </a:r>
          </a:p>
          <a:p>
            <a:pPr algn="ctr"/>
            <a:r>
              <a:rPr lang="en-FR" sz="1400" dirty="0"/>
              <a:t>Analysis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3668C1-94F9-CA09-FD28-DEF850B3CC62}"/>
              </a:ext>
            </a:extLst>
          </p:cNvPr>
          <p:cNvSpPr txBox="1"/>
          <p:nvPr/>
        </p:nvSpPr>
        <p:spPr>
          <a:xfrm>
            <a:off x="5960826" y="1125783"/>
            <a:ext cx="111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>
                <a:solidFill>
                  <a:schemeClr val="accent6"/>
                </a:solidFill>
              </a:rPr>
              <a:t>GPT-4o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EE904F-4094-D215-31A9-1F9D41DC5F04}"/>
              </a:ext>
            </a:extLst>
          </p:cNvPr>
          <p:cNvSpPr txBox="1"/>
          <p:nvPr/>
        </p:nvSpPr>
        <p:spPr>
          <a:xfrm>
            <a:off x="8028411" y="564062"/>
            <a:ext cx="1195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Algorithm for</a:t>
            </a:r>
          </a:p>
          <a:p>
            <a:pPr algn="ctr"/>
            <a:r>
              <a:rPr lang="en-US" sz="1400" dirty="0">
                <a:solidFill>
                  <a:schemeClr val="accent6"/>
                </a:solidFill>
              </a:rPr>
              <a:t>summary</a:t>
            </a:r>
            <a:endParaRPr lang="en-FR" sz="1400" dirty="0">
              <a:solidFill>
                <a:schemeClr val="accent6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385C7C-9241-01A1-0F1F-E01E16CE0949}"/>
              </a:ext>
            </a:extLst>
          </p:cNvPr>
          <p:cNvSpPr txBox="1"/>
          <p:nvPr/>
        </p:nvSpPr>
        <p:spPr>
          <a:xfrm>
            <a:off x="8744546" y="670412"/>
            <a:ext cx="111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accent4"/>
                </a:solidFill>
              </a:rPr>
              <a:t>3 </a:t>
            </a:r>
            <a:r>
              <a:rPr lang="en-FR" sz="1200" b="0" i="0" dirty="0">
                <a:solidFill>
                  <a:schemeClr val="accent4"/>
                </a:solidFill>
                <a:effectLst/>
                <a:highlight>
                  <a:srgbClr val="F8FAFF"/>
                </a:highlight>
                <a:latin typeface="-apple-system"/>
              </a:rPr>
              <a:t>§</a:t>
            </a:r>
          </a:p>
          <a:p>
            <a:pPr algn="ctr"/>
            <a:endParaRPr lang="en-FR" sz="1200" b="0" i="0" dirty="0">
              <a:solidFill>
                <a:srgbClr val="384764"/>
              </a:solidFill>
              <a:effectLst/>
              <a:highlight>
                <a:srgbClr val="F8FAFF"/>
              </a:highlight>
              <a:latin typeface="-apple-system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5686A79-F60B-CC7E-7C9F-5DA7DA09213E}"/>
              </a:ext>
            </a:extLst>
          </p:cNvPr>
          <p:cNvSpPr txBox="1"/>
          <p:nvPr/>
        </p:nvSpPr>
        <p:spPr>
          <a:xfrm>
            <a:off x="7062485" y="591058"/>
            <a:ext cx="111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b="0" i="0" dirty="0">
                <a:solidFill>
                  <a:schemeClr val="accent4"/>
                </a:solidFill>
                <a:effectLst/>
                <a:highlight>
                  <a:srgbClr val="F8FAFF"/>
                </a:highlight>
                <a:latin typeface="-apple-system"/>
              </a:rPr>
              <a:t>&gt;1 § per plot </a:t>
            </a:r>
          </a:p>
          <a:p>
            <a:pPr algn="ctr"/>
            <a:endParaRPr lang="en-FR" sz="1200" b="0" i="0" dirty="0">
              <a:solidFill>
                <a:srgbClr val="384764"/>
              </a:solidFill>
              <a:effectLst/>
              <a:highlight>
                <a:srgbClr val="F8FAFF"/>
              </a:highlight>
              <a:latin typeface="-apple-system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9B66C49-29BD-70A0-EA7F-9262E2C2C0C1}"/>
              </a:ext>
            </a:extLst>
          </p:cNvPr>
          <p:cNvSpPr txBox="1"/>
          <p:nvPr/>
        </p:nvSpPr>
        <p:spPr>
          <a:xfrm>
            <a:off x="7135479" y="2226889"/>
            <a:ext cx="111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Context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0B71DE-4397-9996-C732-501566B9078C}"/>
              </a:ext>
            </a:extLst>
          </p:cNvPr>
          <p:cNvSpPr txBox="1"/>
          <p:nvPr/>
        </p:nvSpPr>
        <p:spPr>
          <a:xfrm>
            <a:off x="4965941" y="2018431"/>
            <a:ext cx="111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>
                <a:solidFill>
                  <a:schemeClr val="accent6"/>
                </a:solidFill>
              </a:rPr>
              <a:t>GPT-4o</a:t>
            </a:r>
          </a:p>
        </p:txBody>
      </p:sp>
      <p:sp>
        <p:nvSpPr>
          <p:cNvPr id="81" name="Cloud 80">
            <a:extLst>
              <a:ext uri="{FF2B5EF4-FFF2-40B4-BE49-F238E27FC236}">
                <a16:creationId xmlns:a16="http://schemas.microsoft.com/office/drawing/2014/main" id="{880C874E-37A6-B16C-7328-0AC4F71D7AA3}"/>
              </a:ext>
            </a:extLst>
          </p:cNvPr>
          <p:cNvSpPr/>
          <p:nvPr/>
        </p:nvSpPr>
        <p:spPr>
          <a:xfrm>
            <a:off x="6087177" y="1576475"/>
            <a:ext cx="1498232" cy="632746"/>
          </a:xfrm>
          <a:prstGeom prst="cloud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657362E-7B24-5D83-175E-82C9BC1CC8EE}"/>
              </a:ext>
            </a:extLst>
          </p:cNvPr>
          <p:cNvSpPr txBox="1"/>
          <p:nvPr/>
        </p:nvSpPr>
        <p:spPr>
          <a:xfrm>
            <a:off x="6299173" y="1627993"/>
            <a:ext cx="111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accent2"/>
                </a:solidFill>
              </a:rPr>
              <a:t>Prompt Engineering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5A75664-9AFC-D221-1961-EA89956112E7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6649" y="1121104"/>
            <a:ext cx="3896" cy="5068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0FBC9ED-3C55-880E-D141-2A6DAA4664FA}"/>
              </a:ext>
            </a:extLst>
          </p:cNvPr>
          <p:cNvCxnSpPr>
            <a:cxnSpLocks/>
          </p:cNvCxnSpPr>
          <p:nvPr/>
        </p:nvCxnSpPr>
        <p:spPr>
          <a:xfrm>
            <a:off x="6836293" y="2217485"/>
            <a:ext cx="0" cy="2090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72D386C-E180-0ACA-1607-54E17C2E228F}"/>
              </a:ext>
            </a:extLst>
          </p:cNvPr>
          <p:cNvSpPr txBox="1"/>
          <p:nvPr/>
        </p:nvSpPr>
        <p:spPr>
          <a:xfrm>
            <a:off x="7461426" y="1963323"/>
            <a:ext cx="50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accent4"/>
                </a:solidFill>
              </a:rPr>
              <a:t>1 </a:t>
            </a:r>
            <a:r>
              <a:rPr lang="en-FR" sz="1200" b="0" i="0" dirty="0">
                <a:solidFill>
                  <a:schemeClr val="accent4"/>
                </a:solidFill>
                <a:effectLst/>
                <a:highlight>
                  <a:srgbClr val="F8FAFF"/>
                </a:highlight>
                <a:latin typeface="-apple-system"/>
              </a:rPr>
              <a:t>§</a:t>
            </a:r>
          </a:p>
          <a:p>
            <a:pPr algn="ctr"/>
            <a:endParaRPr lang="en-FR" sz="1200" b="0" i="0" dirty="0">
              <a:solidFill>
                <a:srgbClr val="384764"/>
              </a:solidFill>
              <a:effectLst/>
              <a:highlight>
                <a:srgbClr val="F8FAFF"/>
              </a:highlight>
              <a:latin typeface="-apple-system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F2401CC-2AA9-5A05-70DA-58991DC5C40F}"/>
              </a:ext>
            </a:extLst>
          </p:cNvPr>
          <p:cNvSpPr/>
          <p:nvPr/>
        </p:nvSpPr>
        <p:spPr>
          <a:xfrm>
            <a:off x="8705248" y="1803211"/>
            <a:ext cx="1130800" cy="1238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4693BAD-A783-20E0-B06D-5C2DE830E60B}"/>
              </a:ext>
            </a:extLst>
          </p:cNvPr>
          <p:cNvCxnSpPr/>
          <p:nvPr/>
        </p:nvCxnSpPr>
        <p:spPr>
          <a:xfrm>
            <a:off x="8705247" y="2115253"/>
            <a:ext cx="1138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0152980-6028-205A-0EBC-94265D1B0909}"/>
              </a:ext>
            </a:extLst>
          </p:cNvPr>
          <p:cNvCxnSpPr/>
          <p:nvPr/>
        </p:nvCxnSpPr>
        <p:spPr>
          <a:xfrm>
            <a:off x="8705247" y="2426554"/>
            <a:ext cx="1138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347EE13-4A4E-C4DB-C0D2-1C1527E0A492}"/>
              </a:ext>
            </a:extLst>
          </p:cNvPr>
          <p:cNvCxnSpPr/>
          <p:nvPr/>
        </p:nvCxnSpPr>
        <p:spPr>
          <a:xfrm>
            <a:off x="8705247" y="2734331"/>
            <a:ext cx="1138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9F1CCD3F-8D64-B1FA-CA1F-F27B8DDDD24A}"/>
              </a:ext>
            </a:extLst>
          </p:cNvPr>
          <p:cNvSpPr txBox="1"/>
          <p:nvPr/>
        </p:nvSpPr>
        <p:spPr>
          <a:xfrm>
            <a:off x="8871518" y="1826642"/>
            <a:ext cx="776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/>
              <a:t>1 </a:t>
            </a:r>
            <a:r>
              <a:rPr lang="en-FR" sz="1200" b="0" i="0" dirty="0">
                <a:effectLst/>
                <a:latin typeface="-apple-system"/>
              </a:rPr>
              <a:t>§</a:t>
            </a:r>
          </a:p>
          <a:p>
            <a:pPr algn="ctr"/>
            <a:endParaRPr lang="en-FR" sz="1200" b="0" i="0" dirty="0">
              <a:solidFill>
                <a:srgbClr val="384764"/>
              </a:solidFill>
              <a:effectLst/>
              <a:latin typeface="-apple-system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BCA9ED5-1F81-EF6E-A9CC-ADF069C8F3A4}"/>
              </a:ext>
            </a:extLst>
          </p:cNvPr>
          <p:cNvSpPr txBox="1"/>
          <p:nvPr/>
        </p:nvSpPr>
        <p:spPr>
          <a:xfrm>
            <a:off x="8865779" y="2134418"/>
            <a:ext cx="78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/>
              <a:t>1 </a:t>
            </a:r>
            <a:r>
              <a:rPr lang="en-FR" sz="1200" b="0" i="0" dirty="0">
                <a:effectLst/>
                <a:latin typeface="-apple-system"/>
              </a:rPr>
              <a:t>§</a:t>
            </a:r>
          </a:p>
          <a:p>
            <a:pPr algn="ctr"/>
            <a:endParaRPr lang="en-FR" sz="1200" b="0" i="0" dirty="0">
              <a:solidFill>
                <a:srgbClr val="384764"/>
              </a:solidFill>
              <a:effectLst/>
              <a:latin typeface="-apple-system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A83B40F-E73F-884A-909D-E92E2862F845}"/>
              </a:ext>
            </a:extLst>
          </p:cNvPr>
          <p:cNvSpPr txBox="1"/>
          <p:nvPr/>
        </p:nvSpPr>
        <p:spPr>
          <a:xfrm>
            <a:off x="8911498" y="2435273"/>
            <a:ext cx="66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/>
              <a:t>1 </a:t>
            </a:r>
            <a:r>
              <a:rPr lang="en-FR" sz="1200" b="0" i="0" dirty="0">
                <a:effectLst/>
                <a:latin typeface="-apple-system"/>
              </a:rPr>
              <a:t>§</a:t>
            </a:r>
          </a:p>
          <a:p>
            <a:pPr algn="ctr"/>
            <a:endParaRPr lang="en-FR" sz="1200" b="0" i="0" dirty="0">
              <a:solidFill>
                <a:srgbClr val="384764"/>
              </a:solidFill>
              <a:effectLst/>
              <a:latin typeface="-apple-system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095B9E6-D8D8-8AE8-0DBF-E387EBA26163}"/>
              </a:ext>
            </a:extLst>
          </p:cNvPr>
          <p:cNvSpPr txBox="1"/>
          <p:nvPr/>
        </p:nvSpPr>
        <p:spPr>
          <a:xfrm>
            <a:off x="8685925" y="2742154"/>
            <a:ext cx="111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/>
              <a:t>1 </a:t>
            </a:r>
            <a:r>
              <a:rPr lang="en-FR" sz="1200" b="0" i="0" dirty="0">
                <a:effectLst/>
                <a:latin typeface="-apple-system"/>
              </a:rPr>
              <a:t>§</a:t>
            </a:r>
          </a:p>
          <a:p>
            <a:pPr algn="ctr"/>
            <a:endParaRPr lang="en-FR" sz="1200" b="0" i="0" dirty="0">
              <a:solidFill>
                <a:srgbClr val="384764"/>
              </a:solidFill>
              <a:effectLst/>
              <a:latin typeface="-apple-system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DB9A129-0914-6114-4610-D82AF1A09F05}"/>
              </a:ext>
            </a:extLst>
          </p:cNvPr>
          <p:cNvCxnSpPr>
            <a:cxnSpLocks/>
          </p:cNvCxnSpPr>
          <p:nvPr/>
        </p:nvCxnSpPr>
        <p:spPr>
          <a:xfrm flipV="1">
            <a:off x="8198227" y="2407363"/>
            <a:ext cx="437631" cy="11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E56AA50-9016-076F-3107-2D7F9E615E89}"/>
              </a:ext>
            </a:extLst>
          </p:cNvPr>
          <p:cNvCxnSpPr>
            <a:cxnSpLocks/>
          </p:cNvCxnSpPr>
          <p:nvPr/>
        </p:nvCxnSpPr>
        <p:spPr>
          <a:xfrm flipH="1">
            <a:off x="9446351" y="1505513"/>
            <a:ext cx="1" cy="257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7822D462-F46A-F4CA-B883-4ECABE3C0523}"/>
              </a:ext>
            </a:extLst>
          </p:cNvPr>
          <p:cNvSpPr txBox="1"/>
          <p:nvPr/>
        </p:nvSpPr>
        <p:spPr>
          <a:xfrm>
            <a:off x="8417042" y="1532503"/>
            <a:ext cx="1195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Report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DD211DF-6ED4-1048-B5F5-002A8F32B0A8}"/>
              </a:ext>
            </a:extLst>
          </p:cNvPr>
          <p:cNvSpPr/>
          <p:nvPr/>
        </p:nvSpPr>
        <p:spPr>
          <a:xfrm>
            <a:off x="5230960" y="570430"/>
            <a:ext cx="4830004" cy="2550793"/>
          </a:xfrm>
          <a:prstGeom prst="rect">
            <a:avLst/>
          </a:prstGeom>
          <a:noFill/>
          <a:ln w="19050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C9C0B30-48B3-46D2-BA30-9CA866F2829D}"/>
              </a:ext>
            </a:extLst>
          </p:cNvPr>
          <p:cNvSpPr txBox="1"/>
          <p:nvPr/>
        </p:nvSpPr>
        <p:spPr>
          <a:xfrm>
            <a:off x="8214752" y="3748123"/>
            <a:ext cx="1195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Qualitative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3F0C484-2346-7F3E-7251-1CCCD3D43C4F}"/>
              </a:ext>
            </a:extLst>
          </p:cNvPr>
          <p:cNvCxnSpPr>
            <a:cxnSpLocks/>
          </p:cNvCxnSpPr>
          <p:nvPr/>
        </p:nvCxnSpPr>
        <p:spPr>
          <a:xfrm flipH="1">
            <a:off x="3629184" y="3628723"/>
            <a:ext cx="52365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7368F07-A2C8-4A17-3B2D-3AE234D5980C}"/>
              </a:ext>
            </a:extLst>
          </p:cNvPr>
          <p:cNvSpPr txBox="1"/>
          <p:nvPr/>
        </p:nvSpPr>
        <p:spPr>
          <a:xfrm>
            <a:off x="3011849" y="3721730"/>
            <a:ext cx="1195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Quantitative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C85570F-36B5-03B5-91BD-D32605434EE0}"/>
              </a:ext>
            </a:extLst>
          </p:cNvPr>
          <p:cNvCxnSpPr>
            <a:cxnSpLocks/>
          </p:cNvCxnSpPr>
          <p:nvPr/>
        </p:nvCxnSpPr>
        <p:spPr>
          <a:xfrm>
            <a:off x="3629183" y="3628723"/>
            <a:ext cx="0" cy="1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B432391-0EA0-79E5-0F38-D2657CD1DE93}"/>
              </a:ext>
            </a:extLst>
          </p:cNvPr>
          <p:cNvCxnSpPr>
            <a:cxnSpLocks/>
          </p:cNvCxnSpPr>
          <p:nvPr/>
        </p:nvCxnSpPr>
        <p:spPr>
          <a:xfrm>
            <a:off x="3609442" y="4056750"/>
            <a:ext cx="0" cy="166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844546E-D307-42B9-ACEB-4F0040262888}"/>
              </a:ext>
            </a:extLst>
          </p:cNvPr>
          <p:cNvCxnSpPr/>
          <p:nvPr/>
        </p:nvCxnSpPr>
        <p:spPr>
          <a:xfrm>
            <a:off x="2289874" y="4223208"/>
            <a:ext cx="25166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C85C2FC-78DA-EFE5-DB2B-145411DA6669}"/>
              </a:ext>
            </a:extLst>
          </p:cNvPr>
          <p:cNvCxnSpPr>
            <a:cxnSpLocks/>
          </p:cNvCxnSpPr>
          <p:nvPr/>
        </p:nvCxnSpPr>
        <p:spPr>
          <a:xfrm>
            <a:off x="1638261" y="4295063"/>
            <a:ext cx="0" cy="346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7E2E0460-55AF-6B5B-B120-AC1CCA3F3FEB}"/>
              </a:ext>
            </a:extLst>
          </p:cNvPr>
          <p:cNvCxnSpPr>
            <a:cxnSpLocks/>
          </p:cNvCxnSpPr>
          <p:nvPr/>
        </p:nvCxnSpPr>
        <p:spPr>
          <a:xfrm>
            <a:off x="5601993" y="4298120"/>
            <a:ext cx="0" cy="346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206DEF18-A718-78B5-CA39-CE49818AE89F}"/>
              </a:ext>
            </a:extLst>
          </p:cNvPr>
          <p:cNvSpPr txBox="1"/>
          <p:nvPr/>
        </p:nvSpPr>
        <p:spPr>
          <a:xfrm>
            <a:off x="680237" y="4041624"/>
            <a:ext cx="1843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i="1" dirty="0"/>
              <a:t>With</a:t>
            </a:r>
            <a:r>
              <a:rPr lang="en-FR" sz="1400" dirty="0"/>
              <a:t> ground truth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0D158EC-A441-E8C1-3F68-EDAD6DDA0C4F}"/>
              </a:ext>
            </a:extLst>
          </p:cNvPr>
          <p:cNvSpPr txBox="1"/>
          <p:nvPr/>
        </p:nvSpPr>
        <p:spPr>
          <a:xfrm>
            <a:off x="542451" y="4555012"/>
            <a:ext cx="2288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ROUGE</a:t>
            </a:r>
            <a:r>
              <a:rPr lang="en-US" sz="1400" dirty="0"/>
              <a:t>   BLEU    METEOR</a:t>
            </a:r>
            <a:endParaRPr lang="en-FR" sz="14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696CBF0-89A4-50D5-92BE-6DB82655CC88}"/>
              </a:ext>
            </a:extLst>
          </p:cNvPr>
          <p:cNvSpPr txBox="1"/>
          <p:nvPr/>
        </p:nvSpPr>
        <p:spPr>
          <a:xfrm>
            <a:off x="4595713" y="4560657"/>
            <a:ext cx="2060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Flesch Reading Score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1BFEF46-1D19-182B-727F-5F35C99F893E}"/>
              </a:ext>
            </a:extLst>
          </p:cNvPr>
          <p:cNvSpPr txBox="1"/>
          <p:nvPr/>
        </p:nvSpPr>
        <p:spPr>
          <a:xfrm>
            <a:off x="7430357" y="4407759"/>
            <a:ext cx="2727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/>
              <a:t>Faithfulness</a:t>
            </a:r>
            <a:r>
              <a:rPr lang="en-US" sz="1400" dirty="0"/>
              <a:t>    </a:t>
            </a:r>
            <a:r>
              <a:rPr lang="en-FR" sz="1400" dirty="0"/>
              <a:t>Coverage</a:t>
            </a:r>
            <a:r>
              <a:rPr lang="en-US" sz="1400" dirty="0"/>
              <a:t>    </a:t>
            </a:r>
            <a:r>
              <a:rPr lang="en-FR" sz="1400" dirty="0"/>
              <a:t>Fluency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A905D10-6DD5-BE75-CA99-834E51AF17DE}"/>
              </a:ext>
            </a:extLst>
          </p:cNvPr>
          <p:cNvSpPr/>
          <p:nvPr/>
        </p:nvSpPr>
        <p:spPr>
          <a:xfrm>
            <a:off x="431937" y="3566418"/>
            <a:ext cx="9629026" cy="1296372"/>
          </a:xfrm>
          <a:prstGeom prst="rect">
            <a:avLst/>
          </a:prstGeom>
          <a:noFill/>
          <a:ln w="19050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4CB80-D55B-4409-871C-B54BF29BC6DA}"/>
              </a:ext>
            </a:extLst>
          </p:cNvPr>
          <p:cNvSpPr txBox="1"/>
          <p:nvPr/>
        </p:nvSpPr>
        <p:spPr>
          <a:xfrm>
            <a:off x="5231068" y="257557"/>
            <a:ext cx="4829896" cy="3077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400" b="1" dirty="0"/>
              <a:t>REPORT GENERATION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D668446-BA15-8AE3-A393-097F73DA98FB}"/>
              </a:ext>
            </a:extLst>
          </p:cNvPr>
          <p:cNvCxnSpPr>
            <a:cxnSpLocks/>
          </p:cNvCxnSpPr>
          <p:nvPr/>
        </p:nvCxnSpPr>
        <p:spPr>
          <a:xfrm>
            <a:off x="5000028" y="2418318"/>
            <a:ext cx="2202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3C6F5D9A-BC3E-4C91-B1B4-9402E26D998F}"/>
              </a:ext>
            </a:extLst>
          </p:cNvPr>
          <p:cNvSpPr txBox="1"/>
          <p:nvPr/>
        </p:nvSpPr>
        <p:spPr>
          <a:xfrm>
            <a:off x="431937" y="3246407"/>
            <a:ext cx="9629026" cy="307777"/>
          </a:xfrm>
          <a:prstGeom prst="rect">
            <a:avLst/>
          </a:prstGeom>
          <a:ln w="19050"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EVALUATION</a:t>
            </a:r>
            <a:endParaRPr lang="en-FR" sz="1400" b="1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F78666E-7284-CD1C-89A7-BD54ADD778A4}"/>
              </a:ext>
            </a:extLst>
          </p:cNvPr>
          <p:cNvCxnSpPr>
            <a:cxnSpLocks/>
          </p:cNvCxnSpPr>
          <p:nvPr/>
        </p:nvCxnSpPr>
        <p:spPr>
          <a:xfrm>
            <a:off x="8865779" y="3057260"/>
            <a:ext cx="0" cy="6908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1CA0FFF9-5DFF-492F-A4E1-4C2800F1F4C7}"/>
              </a:ext>
            </a:extLst>
          </p:cNvPr>
          <p:cNvSpPr txBox="1"/>
          <p:nvPr/>
        </p:nvSpPr>
        <p:spPr>
          <a:xfrm>
            <a:off x="4597388" y="4058789"/>
            <a:ext cx="1972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i="1" dirty="0"/>
              <a:t>Without</a:t>
            </a:r>
            <a:r>
              <a:rPr lang="en-FR" sz="1400" dirty="0"/>
              <a:t> ground truth</a:t>
            </a:r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D1DE492C-0FF0-4654-9A43-38FAC25DA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30" y="1002442"/>
            <a:ext cx="459747" cy="459747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FA7078E2-106A-41FD-9D3F-CD3AA80BB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634" y="662776"/>
            <a:ext cx="840811" cy="840811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3C0EEFA4-E710-45C4-B3B6-A1738327A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348" y="1767058"/>
            <a:ext cx="900854" cy="900854"/>
          </a:xfrm>
          <a:prstGeom prst="rect">
            <a:avLst/>
          </a:prstGeom>
        </p:spPr>
      </p:pic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F8F8AF6-0A66-4815-8BFB-90F61BF3AD4F}"/>
              </a:ext>
            </a:extLst>
          </p:cNvPr>
          <p:cNvCxnSpPr>
            <a:cxnSpLocks/>
          </p:cNvCxnSpPr>
          <p:nvPr/>
        </p:nvCxnSpPr>
        <p:spPr>
          <a:xfrm flipH="1">
            <a:off x="7614081" y="3902011"/>
            <a:ext cx="626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BCAEBB5C-9654-45FC-ACF5-CE5DB9FF7AA2}"/>
              </a:ext>
            </a:extLst>
          </p:cNvPr>
          <p:cNvSpPr txBox="1"/>
          <p:nvPr/>
        </p:nvSpPr>
        <p:spPr>
          <a:xfrm>
            <a:off x="5504168" y="3737743"/>
            <a:ext cx="2727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Interrater agreement</a:t>
            </a:r>
            <a:endParaRPr lang="en-FR" sz="1400" dirty="0"/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EB07B58C-0EA7-4F00-8F9E-9FD8E0F8E038}"/>
              </a:ext>
            </a:extLst>
          </p:cNvPr>
          <p:cNvCxnSpPr>
            <a:cxnSpLocks/>
          </p:cNvCxnSpPr>
          <p:nvPr/>
        </p:nvCxnSpPr>
        <p:spPr>
          <a:xfrm flipH="1">
            <a:off x="8097625" y="4010827"/>
            <a:ext cx="321212" cy="4575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91A7350A-41E3-44B4-AEEF-3F0C0C20696A}"/>
              </a:ext>
            </a:extLst>
          </p:cNvPr>
          <p:cNvCxnSpPr>
            <a:cxnSpLocks/>
          </p:cNvCxnSpPr>
          <p:nvPr/>
        </p:nvCxnSpPr>
        <p:spPr>
          <a:xfrm>
            <a:off x="8829364" y="4055900"/>
            <a:ext cx="0" cy="412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7E57D4C5-9964-48D3-B62A-7E9F6C85AFE1}"/>
              </a:ext>
            </a:extLst>
          </p:cNvPr>
          <p:cNvCxnSpPr>
            <a:cxnSpLocks/>
          </p:cNvCxnSpPr>
          <p:nvPr/>
        </p:nvCxnSpPr>
        <p:spPr>
          <a:xfrm>
            <a:off x="9243400" y="4010827"/>
            <a:ext cx="368826" cy="449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ACA902F8-4405-44F6-9377-284D711D73B2}"/>
              </a:ext>
            </a:extLst>
          </p:cNvPr>
          <p:cNvCxnSpPr>
            <a:cxnSpLocks/>
          </p:cNvCxnSpPr>
          <p:nvPr/>
        </p:nvCxnSpPr>
        <p:spPr>
          <a:xfrm>
            <a:off x="1946603" y="4295063"/>
            <a:ext cx="377607" cy="3182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39B90A4A-681F-4C50-9B19-85D949A9E6A4}"/>
              </a:ext>
            </a:extLst>
          </p:cNvPr>
          <p:cNvCxnSpPr>
            <a:cxnSpLocks/>
          </p:cNvCxnSpPr>
          <p:nvPr/>
        </p:nvCxnSpPr>
        <p:spPr>
          <a:xfrm flipH="1">
            <a:off x="1014579" y="4298120"/>
            <a:ext cx="240081" cy="3434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802ACD3-90E4-9BD0-CDFE-26B56E297540}"/>
              </a:ext>
            </a:extLst>
          </p:cNvPr>
          <p:cNvSpPr txBox="1"/>
          <p:nvPr/>
        </p:nvSpPr>
        <p:spPr>
          <a:xfrm>
            <a:off x="4971153" y="2395493"/>
            <a:ext cx="1975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>
                <a:solidFill>
                  <a:schemeClr val="accent6"/>
                </a:solidFill>
              </a:rPr>
              <a:t>Claude 3.5 Sonnet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08255-3DE4-FFE6-DE73-973D02A21452}"/>
              </a:ext>
            </a:extLst>
          </p:cNvPr>
          <p:cNvSpPr txBox="1"/>
          <p:nvPr/>
        </p:nvSpPr>
        <p:spPr>
          <a:xfrm>
            <a:off x="5874844" y="674776"/>
            <a:ext cx="1562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>
                <a:solidFill>
                  <a:schemeClr val="accent6"/>
                </a:solidFill>
              </a:rPr>
              <a:t>Claude 3.5 Sonnet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EFA62-902D-B75C-5CEF-BC6ED8BD5A4B}"/>
              </a:ext>
            </a:extLst>
          </p:cNvPr>
          <p:cNvSpPr/>
          <p:nvPr/>
        </p:nvSpPr>
        <p:spPr>
          <a:xfrm>
            <a:off x="597749" y="1394010"/>
            <a:ext cx="688980" cy="4308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2E04E3-BA1C-AF5B-F199-9A61452D1043}"/>
              </a:ext>
            </a:extLst>
          </p:cNvPr>
          <p:cNvSpPr/>
          <p:nvPr/>
        </p:nvSpPr>
        <p:spPr>
          <a:xfrm>
            <a:off x="1244725" y="2053408"/>
            <a:ext cx="564237" cy="3235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7F73D1-DC12-575F-029B-01A9FDF5E3BC}"/>
              </a:ext>
            </a:extLst>
          </p:cNvPr>
          <p:cNvSpPr/>
          <p:nvPr/>
        </p:nvSpPr>
        <p:spPr>
          <a:xfrm>
            <a:off x="1228012" y="744725"/>
            <a:ext cx="754974" cy="257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4DBAE1-2170-9E5A-2247-78CA2896536F}"/>
              </a:ext>
            </a:extLst>
          </p:cNvPr>
          <p:cNvSpPr/>
          <p:nvPr/>
        </p:nvSpPr>
        <p:spPr>
          <a:xfrm>
            <a:off x="2511147" y="766839"/>
            <a:ext cx="928143" cy="257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C12CDD-0248-600E-029A-B942DE6CBDAE}"/>
              </a:ext>
            </a:extLst>
          </p:cNvPr>
          <p:cNvSpPr/>
          <p:nvPr/>
        </p:nvSpPr>
        <p:spPr>
          <a:xfrm>
            <a:off x="5409729" y="1006639"/>
            <a:ext cx="788117" cy="3827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718566-764A-9AE8-86CB-5D7F26800364}"/>
              </a:ext>
            </a:extLst>
          </p:cNvPr>
          <p:cNvSpPr/>
          <p:nvPr/>
        </p:nvSpPr>
        <p:spPr>
          <a:xfrm>
            <a:off x="7199535" y="931875"/>
            <a:ext cx="1012452" cy="4486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FE202A-B4D6-7FF0-890B-AE7F713A5DF5}"/>
              </a:ext>
            </a:extLst>
          </p:cNvPr>
          <p:cNvSpPr/>
          <p:nvPr/>
        </p:nvSpPr>
        <p:spPr>
          <a:xfrm>
            <a:off x="8909558" y="1049107"/>
            <a:ext cx="788117" cy="4154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2F78F7-66DA-BE02-5CFE-900D2F2E3DBD}"/>
              </a:ext>
            </a:extLst>
          </p:cNvPr>
          <p:cNvSpPr/>
          <p:nvPr/>
        </p:nvSpPr>
        <p:spPr>
          <a:xfrm>
            <a:off x="7306985" y="2227770"/>
            <a:ext cx="788117" cy="2969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8028E3-E333-512B-FD9C-F44835C7F684}"/>
              </a:ext>
            </a:extLst>
          </p:cNvPr>
          <p:cNvSpPr/>
          <p:nvPr/>
        </p:nvSpPr>
        <p:spPr>
          <a:xfrm>
            <a:off x="8379338" y="3781695"/>
            <a:ext cx="864062" cy="2478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842416-0065-33C6-345E-CC3059FCEA33}"/>
              </a:ext>
            </a:extLst>
          </p:cNvPr>
          <p:cNvSpPr/>
          <p:nvPr/>
        </p:nvSpPr>
        <p:spPr>
          <a:xfrm>
            <a:off x="3102643" y="3738314"/>
            <a:ext cx="1006588" cy="2725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AC3269-E430-F78C-D6AA-CBB917BA30D3}"/>
              </a:ext>
            </a:extLst>
          </p:cNvPr>
          <p:cNvSpPr txBox="1"/>
          <p:nvPr/>
        </p:nvSpPr>
        <p:spPr>
          <a:xfrm>
            <a:off x="8768077" y="3512013"/>
            <a:ext cx="1562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>
                <a:solidFill>
                  <a:schemeClr val="accent6"/>
                </a:solidFill>
              </a:rPr>
              <a:t>Claude 3.5 Sonnet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B3EC3-520E-7D76-F7F7-C925E8DD7B75}"/>
              </a:ext>
            </a:extLst>
          </p:cNvPr>
          <p:cNvSpPr txBox="1"/>
          <p:nvPr/>
        </p:nvSpPr>
        <p:spPr>
          <a:xfrm>
            <a:off x="9177055" y="3938391"/>
            <a:ext cx="111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400" dirty="0">
                <a:solidFill>
                  <a:schemeClr val="accent6"/>
                </a:solidFill>
              </a:rPr>
              <a:t>GPT-4o</a:t>
            </a:r>
          </a:p>
        </p:txBody>
      </p:sp>
    </p:spTree>
    <p:extLst>
      <p:ext uri="{BB962C8B-B14F-4D97-AF65-F5344CB8AC3E}">
        <p14:creationId xmlns:p14="http://schemas.microsoft.com/office/powerpoint/2010/main" val="46578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81</Words>
  <Application>Microsoft Macintosh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-apple-system</vt:lpstr>
      <vt:lpstr>Aptos</vt:lpstr>
      <vt:lpstr>Aptos Display</vt:lpstr>
      <vt:lpstr>Arial</vt:lpstr>
      <vt:lpstr>Google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Noe FLANDRE</dc:creator>
  <cp:lastModifiedBy>Noe FLANDRE</cp:lastModifiedBy>
  <cp:revision>20</cp:revision>
  <dcterms:created xsi:type="dcterms:W3CDTF">2024-06-16T15:45:14Z</dcterms:created>
  <dcterms:modified xsi:type="dcterms:W3CDTF">2024-08-02T20:45:53Z</dcterms:modified>
</cp:coreProperties>
</file>