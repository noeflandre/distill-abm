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2" r:id="rId2"/>
    <p:sldId id="322" r:id="rId3"/>
    <p:sldId id="325" r:id="rId4"/>
    <p:sldId id="324" r:id="rId5"/>
    <p:sldId id="29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286" autoAdjust="0"/>
  </p:normalViewPr>
  <p:slideViewPr>
    <p:cSldViewPr>
      <p:cViewPr varScale="1">
        <p:scale>
          <a:sx n="120" d="100"/>
          <a:sy n="120" d="100"/>
        </p:scale>
        <p:origin x="1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03963-EF3F-4F6A-89A0-5116EF20C9F9}" type="datetimeFigureOut">
              <a:rPr lang="fr-CA" smtClean="0"/>
              <a:pPr/>
              <a:t>2024-05-13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491CB-AF1A-4511-B35A-4BF12ADBFBD9}" type="slidenum">
              <a:rPr lang="fr-CA" smtClean="0"/>
              <a:pPr/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</a:t>
            </a:fld>
            <a:endParaRPr lang="fr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01876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4</a:t>
            </a:fld>
            <a:endParaRPr lang="fr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5</a:t>
            </a:fld>
            <a:endParaRPr lang="fr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fram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1125" y="1847850"/>
            <a:ext cx="6381750" cy="241935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838200" y="2228850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effectLst/>
                <a:latin typeface="Helvetica Neue" panose="02000503000000020004" pitchFamily="2" charset="0"/>
              </a:rPr>
              <a:t>Transforming Simulation Outcomes for Enhanced Decision-Making Accessibility</a:t>
            </a:r>
          </a:p>
          <a:p>
            <a:pPr algn="ctr"/>
            <a:endParaRPr lang="en-GB" sz="2400"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219200" y="3443585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Noé Flandre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4102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Project Presentation – Friday 17</a:t>
            </a:r>
            <a:r>
              <a:rPr lang="en-GB" sz="2800" i="1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2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Question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89535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2479714"/>
            <a:ext cx="822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How to transform simulation outcomes into clear, unbiased explanations that support decision-making activities among non-experts?</a:t>
            </a:r>
          </a:p>
          <a:p>
            <a:endParaRPr lang="fr-CA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Organization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89535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676749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" y="3577950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Methodological</a:t>
            </a:r>
            <a:r>
              <a:rPr lang="fr-CA" sz="3200" dirty="0"/>
              <a:t> </a:t>
            </a:r>
            <a:r>
              <a:rPr lang="fr-CA" sz="3200" dirty="0" err="1"/>
              <a:t>Approach</a:t>
            </a:r>
            <a:r>
              <a:rPr lang="fr-CA" sz="3200" dirty="0"/>
              <a:t> for Transformation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10974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Evaluation</a:t>
            </a:r>
            <a:r>
              <a:rPr lang="fr-CA" sz="3200" dirty="0"/>
              <a:t> and Future Directions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45A2E-B7EC-6434-2882-3844193AA3DE}"/>
              </a:ext>
            </a:extLst>
          </p:cNvPr>
          <p:cNvSpPr txBox="1"/>
          <p:nvPr/>
        </p:nvSpPr>
        <p:spPr>
          <a:xfrm>
            <a:off x="228600" y="1676749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9E2F1-81A3-8655-CAAC-81515D863EBA}"/>
              </a:ext>
            </a:extLst>
          </p:cNvPr>
          <p:cNvSpPr txBox="1"/>
          <p:nvPr/>
        </p:nvSpPr>
        <p:spPr>
          <a:xfrm>
            <a:off x="228600" y="3577950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5048D-C089-F831-4A9D-1CF48D1096BB}"/>
              </a:ext>
            </a:extLst>
          </p:cNvPr>
          <p:cNvSpPr txBox="1"/>
          <p:nvPr/>
        </p:nvSpPr>
        <p:spPr>
          <a:xfrm>
            <a:off x="228600" y="5010974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1744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52400" y="2768025"/>
            <a:ext cx="85344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3622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5451" y="3927793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152400" y="2796378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190500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3168</TotalTime>
  <Words>108</Words>
  <Application>Microsoft Macintosh PowerPoint</Application>
  <PresentationFormat>On-screen Show (4:3)</PresentationFormat>
  <Paragraphs>32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Aqualonne</dc:creator>
  <cp:lastModifiedBy>Noe FLANDRE</cp:lastModifiedBy>
  <cp:revision>1649</cp:revision>
  <dcterms:created xsi:type="dcterms:W3CDTF">2006-08-16T00:00:00Z</dcterms:created>
  <dcterms:modified xsi:type="dcterms:W3CDTF">2024-05-13T16:44:38Z</dcterms:modified>
</cp:coreProperties>
</file>